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ksha kumar" userId="79ad53132d9e62da" providerId="LiveId" clId="{9681F30B-291A-42D5-944A-CC560BB7BC50}"/>
    <pc:docChg chg="modSld">
      <pc:chgData name="subiksha kumar" userId="79ad53132d9e62da" providerId="LiveId" clId="{9681F30B-291A-42D5-944A-CC560BB7BC50}" dt="2026-03-16T08:38:56.122" v="29" actId="20577"/>
      <pc:docMkLst>
        <pc:docMk/>
      </pc:docMkLst>
      <pc:sldChg chg="modSp mod">
        <pc:chgData name="subiksha kumar" userId="79ad53132d9e62da" providerId="LiveId" clId="{9681F30B-291A-42D5-944A-CC560BB7BC50}" dt="2026-03-16T08:38:56.122" v="29" actId="20577"/>
        <pc:sldMkLst>
          <pc:docMk/>
          <pc:sldMk cId="1958546652" sldId="257"/>
        </pc:sldMkLst>
        <pc:spChg chg="mod">
          <ac:chgData name="subiksha kumar" userId="79ad53132d9e62da" providerId="LiveId" clId="{9681F30B-291A-42D5-944A-CC560BB7BC50}" dt="2026-03-16T08:38:56.122" v="29" actId="20577"/>
          <ac:spMkLst>
            <pc:docMk/>
            <pc:sldMk cId="1958546652" sldId="257"/>
            <ac:spMk id="2" creationId="{CE7A2CAA-5C6E-947C-1CAA-1B680B667DB8}"/>
          </ac:spMkLst>
        </pc:spChg>
      </pc:sldChg>
      <pc:sldChg chg="modSp mod">
        <pc:chgData name="subiksha kumar" userId="79ad53132d9e62da" providerId="LiveId" clId="{9681F30B-291A-42D5-944A-CC560BB7BC50}" dt="2026-03-11T08:41:02.689" v="19" actId="20577"/>
        <pc:sldMkLst>
          <pc:docMk/>
          <pc:sldMk cId="3630977393" sldId="261"/>
        </pc:sldMkLst>
        <pc:spChg chg="mod">
          <ac:chgData name="subiksha kumar" userId="79ad53132d9e62da" providerId="LiveId" clId="{9681F30B-291A-42D5-944A-CC560BB7BC50}" dt="2026-03-11T08:41:02.689" v="19" actId="20577"/>
          <ac:spMkLst>
            <pc:docMk/>
            <pc:sldMk cId="3630977393" sldId="261"/>
            <ac:spMk id="2" creationId="{5908CF3F-6D5A-7EAE-E3B1-59D7155417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4746-AF6D-D350-D1BD-F2159CE6D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7F685-4071-973C-6C60-0DC014BAA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E5408-5E43-75D3-0042-463B214E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9575-C01D-70D4-498E-11631A50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BD284-4FD3-52DD-483B-D7ED0D74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39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788C-B637-5DFA-9DAF-37A25E87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3A2C-E648-760E-E314-E20CE2E05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56823-B25D-1B33-0DE7-069944FE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BF11-5631-A305-647E-A29C178A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4F06C-AE68-7EEB-16B5-D4A68BAE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6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6875-FA3B-52BC-97CF-9B869D24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0461B-931D-7B47-C234-59DA0D08B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DAD6-000E-1B65-6E5E-8ADA6D40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7FD9-6CFB-8449-2078-6B22D31F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CFE7E-EE21-5FF8-FE4D-E0D64850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47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B336-AA9C-FBEE-D836-2C3CDDE8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85DE-B261-BA89-6862-A43A108BB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48B5C-548A-C631-9DD9-938719B94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E081A-0895-1A91-E409-7A7B0F40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63D7A-D553-9B46-2D0B-45456BBB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86016-F4F4-FF3F-0D0D-8FE00DD9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68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8FDE-6B9E-B4E2-E0FA-2578A421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8A736-1F42-390C-151D-E58C2DE4D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C7CDA-22FB-02FC-8F2C-397010BFE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30DBF-65BE-AA11-AA01-CB3D2C307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7632E-DCE5-3310-42CD-D12375EF6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BF30C-0A30-1428-25F3-569D5612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6860D-E0E1-60B5-4A15-6395C4A1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E81D6-2234-5522-EF97-FCC3FF57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65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5832-181F-F7A3-CC7A-93088422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1CB62-2949-A183-DCB9-4DA3040C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F20F8-F790-BD3B-8B4F-E20F1BE8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8F66D-5375-C755-DC22-09B58A60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6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693C1-8242-D138-1F40-3194AE43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E5118-1444-2137-56A1-E8C63C2E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4748-56BC-A5EF-270C-7E76709B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34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3B99-0D0D-DF50-DE17-3B1BB1DCF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0353-68FD-EBFB-A555-FED5353E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8B740-A1D1-31FE-E39B-44F4C49F2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3662-E494-76D6-E01E-D4368841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E1EB8-CDB1-2980-C544-215DA51F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36C17-72D2-4EED-23D7-244C3BBE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410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5B1C-9F37-EABB-AEA2-C3A12790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61D13-D1BB-F285-D310-74EC76236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D3B69-310C-2A7F-4713-5E1EA3F4A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7AF5F-2028-27CC-700E-61253AD5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0163C-C7BA-0D13-7981-70E74909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9173C-89E5-6E30-1B14-97D0E6B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31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D4D0-23CE-F2A0-3A51-6BCC6A40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7E3D4-5D0C-78A5-D79F-0D5BB558A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22114-41DD-F40F-AA75-A86335D8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067FE-4151-B2D9-6ABF-01773E1F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855D4-2AC8-CC45-414E-A4F4D52C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9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35C8BA-75C5-4001-05C4-D14C7924C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92113-7B68-5354-FCA0-A5ED4ECED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3AD95-5EE4-1649-6537-E828708F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CA9B8-DA91-FDBA-A723-3A52F2DE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D180B-399F-DECE-AE27-F7E8ED2B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0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AC2C1-EA30-0F90-3405-CC68A26F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F82EF-8ED5-0579-4442-5BFB3536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2E0C2-3A11-1E90-7DA8-FE4609583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6E72B-0087-44A6-B53A-7916BD8CC66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835EF-4538-C952-290E-47FBE6ECD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7617-865A-90DF-33F0-C24F303F8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761FB-FBC6-4CC2-93A2-FEC76A45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7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1587-A9FA-E96F-509B-C6CBBCB41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NATURAL LANGUAGE PROCESSING AND ARTIFICIAL INTELLIGENCE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3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2CAA-5C6E-947C-1CAA-1B680B66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to Deep </a:t>
            </a:r>
            <a:r>
              <a:rPr lang="en-US"/>
              <a:t>Learning  In </a:t>
            </a:r>
            <a:r>
              <a:rPr lang="en-US" dirty="0"/>
              <a:t>NLP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DCBF-85DF-002D-5327-A362F37F6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Deep Learning uses neural networks to process language. </a:t>
            </a:r>
          </a:p>
          <a:p>
            <a:pPr marL="0" indent="0">
              <a:buNone/>
            </a:pPr>
            <a:r>
              <a:rPr lang="en-IN" dirty="0"/>
              <a:t>• Helps computers understand human language. </a:t>
            </a:r>
          </a:p>
          <a:p>
            <a:pPr marL="0" indent="0">
              <a:buNone/>
            </a:pPr>
            <a:r>
              <a:rPr lang="en-IN" dirty="0"/>
              <a:t>• Used in translation, chatbots,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195854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4CE1-0875-2D06-2A98-B9E8F6D4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Recurrent Neural Network (RNN)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8FC-12AF-C873-B519-CD20CF010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Type of neural network for sequential data. </a:t>
            </a:r>
          </a:p>
          <a:p>
            <a:pPr marL="0" indent="0">
              <a:buNone/>
            </a:pPr>
            <a:r>
              <a:rPr lang="en-IN" dirty="0"/>
              <a:t>• Remembers previous inputs using hidden states. </a:t>
            </a:r>
          </a:p>
          <a:p>
            <a:pPr marL="0" indent="0">
              <a:buNone/>
            </a:pPr>
            <a:r>
              <a:rPr lang="en-IN" dirty="0"/>
              <a:t>• Used in language modelling and speech recognition. </a:t>
            </a:r>
          </a:p>
        </p:txBody>
      </p:sp>
    </p:spTree>
    <p:extLst>
      <p:ext uri="{BB962C8B-B14F-4D97-AF65-F5344CB8AC3E}">
        <p14:creationId xmlns:p14="http://schemas.microsoft.com/office/powerpoint/2010/main" val="297222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666B-4C3F-4498-F1B1-E26BE869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Long Short-Term Memory (LSTM)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0CF87-063B-4B7C-B4AB-E0FB4FB4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Special type of RNN.</a:t>
            </a:r>
          </a:p>
          <a:p>
            <a:pPr marL="0" indent="0">
              <a:buNone/>
            </a:pPr>
            <a:r>
              <a:rPr lang="en-IN" dirty="0"/>
              <a:t>• Solves vanishing gradient problem. </a:t>
            </a:r>
          </a:p>
          <a:p>
            <a:pPr marL="0" indent="0">
              <a:buNone/>
            </a:pPr>
            <a:r>
              <a:rPr lang="en-IN" dirty="0"/>
              <a:t>• Uses gates : input, forget , output.</a:t>
            </a:r>
          </a:p>
          <a:p>
            <a:pPr marL="0" indent="0">
              <a:buNone/>
            </a:pPr>
            <a:r>
              <a:rPr lang="en-IN" dirty="0"/>
              <a:t>• Better for long-term dependencies</a:t>
            </a:r>
          </a:p>
        </p:txBody>
      </p:sp>
    </p:spTree>
    <p:extLst>
      <p:ext uri="{BB962C8B-B14F-4D97-AF65-F5344CB8AC3E}">
        <p14:creationId xmlns:p14="http://schemas.microsoft.com/office/powerpoint/2010/main" val="98538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EBA2-8C27-CD31-0845-F5CC5AD1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Gated Recurrent Unit(GRU)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B687-DF33-EDCB-3CC8-067E75966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Simplified version of LSTM.</a:t>
            </a:r>
          </a:p>
          <a:p>
            <a:pPr marL="0" indent="0">
              <a:buNone/>
            </a:pPr>
            <a:r>
              <a:rPr lang="en-IN" dirty="0"/>
              <a:t>• Uses update and reset gates. </a:t>
            </a:r>
          </a:p>
          <a:p>
            <a:pPr marL="0" indent="0">
              <a:buNone/>
            </a:pPr>
            <a:r>
              <a:rPr lang="en-IN" dirty="0"/>
              <a:t>• Faster and fewer parameters. </a:t>
            </a:r>
          </a:p>
          <a:p>
            <a:pPr marL="0" indent="0">
              <a:buNone/>
            </a:pPr>
            <a:r>
              <a:rPr lang="en-IN" dirty="0"/>
              <a:t>• Good for sequence prediction tasks</a:t>
            </a:r>
          </a:p>
        </p:txBody>
      </p:sp>
    </p:spTree>
    <p:extLst>
      <p:ext uri="{BB962C8B-B14F-4D97-AF65-F5344CB8AC3E}">
        <p14:creationId xmlns:p14="http://schemas.microsoft.com/office/powerpoint/2010/main" val="193460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CF3F-6D5A-7EAE-E3B1-59D71554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</a:t>
            </a:r>
            <a:r>
              <a:rPr lang="en-IN" dirty="0" err="1"/>
              <a:t>ransformers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E868-DA46-EDC5-A746-0605F9D2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Advanced architecture for NLP. </a:t>
            </a:r>
          </a:p>
          <a:p>
            <a:pPr marL="0" indent="0">
              <a:buNone/>
            </a:pPr>
            <a:r>
              <a:rPr lang="en-IN" dirty="0"/>
              <a:t>• Uses attention mechanism.</a:t>
            </a:r>
          </a:p>
          <a:p>
            <a:pPr marL="0" indent="0">
              <a:buNone/>
            </a:pPr>
            <a:r>
              <a:rPr lang="en-IN" dirty="0"/>
              <a:t>• Processes words in parallel.</a:t>
            </a:r>
          </a:p>
          <a:p>
            <a:pPr marL="0" indent="0">
              <a:buNone/>
            </a:pPr>
            <a:r>
              <a:rPr lang="en-IN" dirty="0"/>
              <a:t>• More efficient than RNNs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63097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5689-DF61-1F71-F3F4-CE87E25B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BERT(Bidirectional Encoder Representations from Transformers)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A2AE-B8A1-050F-8DD6-C87642936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Developed by Google.</a:t>
            </a:r>
          </a:p>
          <a:p>
            <a:pPr marL="0" indent="0">
              <a:buNone/>
            </a:pPr>
            <a:r>
              <a:rPr lang="en-IN" dirty="0"/>
              <a:t>• Reads text bidirectionally. </a:t>
            </a:r>
          </a:p>
          <a:p>
            <a:pPr marL="0" indent="0">
              <a:buNone/>
            </a:pPr>
            <a:r>
              <a:rPr lang="en-IN" dirty="0"/>
              <a:t>• Understands context better.</a:t>
            </a:r>
          </a:p>
          <a:p>
            <a:pPr marL="0" indent="0">
              <a:buNone/>
            </a:pPr>
            <a:r>
              <a:rPr lang="en-IN" dirty="0"/>
              <a:t>• Used in search engines and NLP tasks</a:t>
            </a:r>
          </a:p>
        </p:txBody>
      </p:sp>
    </p:spTree>
    <p:extLst>
      <p:ext uri="{BB962C8B-B14F-4D97-AF65-F5344CB8AC3E}">
        <p14:creationId xmlns:p14="http://schemas.microsoft.com/office/powerpoint/2010/main" val="105519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8BB-0AAE-1C0A-0359-92EDF1BC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Machine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967F-74BC-823F-CB45-A603A538C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Automatically translates text from one language to another.</a:t>
            </a:r>
          </a:p>
          <a:p>
            <a:pPr marL="0" indent="0">
              <a:buNone/>
            </a:pPr>
            <a:r>
              <a:rPr lang="en-US" dirty="0"/>
              <a:t>• Example : English to Tamil.</a:t>
            </a:r>
          </a:p>
          <a:p>
            <a:pPr marL="0" indent="0">
              <a:buNone/>
            </a:pPr>
            <a:r>
              <a:rPr lang="en-US" dirty="0"/>
              <a:t>• Used in Google Translate and other translation systems.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85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07AD-3BD7-EBBB-7CA9-F2A0D4D4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Chatbots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A82C-C336-D28B-1708-A70A46DFF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Programs that simulate human conversation.</a:t>
            </a:r>
          </a:p>
          <a:p>
            <a:pPr marL="0" indent="0">
              <a:buNone/>
            </a:pPr>
            <a:r>
              <a:rPr lang="en-US" dirty="0"/>
              <a:t>• Used in customer support and virtual assistants.</a:t>
            </a:r>
          </a:p>
          <a:p>
            <a:pPr marL="0" indent="0">
              <a:buNone/>
            </a:pPr>
            <a:r>
              <a:rPr lang="en-US" dirty="0"/>
              <a:t>• Example : AI chat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41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8B07-615F-7A48-5F9E-F8CAC48C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7F2D6-0795-3B0B-49DD-3884B8B7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Identifies emotions in text.</a:t>
            </a:r>
          </a:p>
          <a:p>
            <a:pPr marL="0" indent="0">
              <a:buNone/>
            </a:pPr>
            <a:r>
              <a:rPr lang="en-US" dirty="0"/>
              <a:t>• Classifies text as positive, negative, or neutral.</a:t>
            </a:r>
          </a:p>
          <a:p>
            <a:pPr marL="0" indent="0">
              <a:buNone/>
            </a:pPr>
            <a:r>
              <a:rPr lang="en-US" dirty="0"/>
              <a:t>• Used for product reviews and social media analysis.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68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FE8D-512B-E420-CCA5-9AD5F54E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Ethics in NLP and Bias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B84B-79DE-C9C9-D524-768FF72EE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AI systems may reflect human bias.</a:t>
            </a:r>
          </a:p>
          <a:p>
            <a:pPr marL="0" indent="0">
              <a:buNone/>
            </a:pPr>
            <a:r>
              <a:rPr lang="en-IN" dirty="0"/>
              <a:t>• Important to use fair datasets.</a:t>
            </a:r>
          </a:p>
          <a:p>
            <a:pPr marL="0" indent="0">
              <a:buNone/>
            </a:pPr>
            <a:r>
              <a:rPr lang="en-IN" dirty="0"/>
              <a:t>• Ensure transparency and responsible AI development. </a:t>
            </a:r>
          </a:p>
        </p:txBody>
      </p:sp>
    </p:spTree>
    <p:extLst>
      <p:ext uri="{BB962C8B-B14F-4D97-AF65-F5344CB8AC3E}">
        <p14:creationId xmlns:p14="http://schemas.microsoft.com/office/powerpoint/2010/main" val="348051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302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NATURAL LANGUAGE PROCESSING AND ARTIFICIAL INTELLIGENCE</vt:lpstr>
      <vt:lpstr>Introduction to Deep Learning  In NLP</vt:lpstr>
      <vt:lpstr>Recurrent Neural Network (RNN)</vt:lpstr>
      <vt:lpstr>Long Short-Term Memory (LSTM)</vt:lpstr>
      <vt:lpstr>Gated Recurrent Unit(GRU)</vt:lpstr>
      <vt:lpstr>Transformers</vt:lpstr>
      <vt:lpstr>BERT(Bidirectional Encoder Representations from Transformers)</vt:lpstr>
      <vt:lpstr>Machine Translation</vt:lpstr>
      <vt:lpstr>Chatbots</vt:lpstr>
      <vt:lpstr>Sentiment Analysis</vt:lpstr>
      <vt:lpstr>Ethics in NLP and Bias in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subiksha kumar</dc:creator>
  <cp:lastModifiedBy>subiksha kumar</cp:lastModifiedBy>
  <cp:revision>1</cp:revision>
  <dcterms:created xsi:type="dcterms:W3CDTF">2026-03-10T08:27:35Z</dcterms:created>
  <dcterms:modified xsi:type="dcterms:W3CDTF">2026-03-16T08:38:57Z</dcterms:modified>
</cp:coreProperties>
</file>